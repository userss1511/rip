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6E0F9-62A6-4D81-91EE-A47673738FE1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047D9-F4CC-4B43-8431-A6D84CD82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8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047D9-F4CC-4B43-8431-A6D84CD82E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00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B818-9E8C-1320-AC9C-B0563B7D0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F94E4-69B9-B08E-7B98-093E8BECF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096A0-F845-B847-886F-4D05726C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B0C24-DF72-E6E8-E896-3D80AF9B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5B95-5468-1276-6835-662FA139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9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7394-1BCE-66A6-7BE0-725CB4E6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5869-53B7-DDF0-A062-37B7EAAFF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C4BF3-8B02-2B55-2453-E13F3A4E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07D7F-7F61-A24B-09B2-13592475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127AA-7037-BA5F-978D-7937342A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7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3ABC-CD74-DA09-446C-80509C75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79021-E634-8036-EEA1-45BE515B4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F9FFE-447A-BC53-631F-CF5FFC8F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71CEC-A8E7-7F3A-FAC8-1636961E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F32AF-3554-317D-DBA6-31B7547C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42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423C-462B-E98B-6260-028A3676A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38AA-6AF1-1406-D859-DFB2B0D93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F7B86-FF9D-3B73-9C96-C712980FD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20EAC-417C-C0AD-4F70-1B0D6F17F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D141F-A7F3-65A8-13C2-CC8127EF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3837D-C302-69D7-E499-3B478790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86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BDE1-D0C3-B4DE-A426-9849BF8D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F3B77-F7F0-A9EA-D78C-FA258ECDC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F33E2-3759-F85B-D3CB-0B82C101A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857D8-0EC8-E131-6D34-F6B12777E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09011-E46E-3D4A-F3AD-7AC07BCB7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C93BA-041F-E49F-2E39-F0953C8F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A1B65-2C83-001E-F91A-F2E99436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F8E802-D50E-FB22-9110-ECEE8C86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32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BCCB-497F-8D5C-A4D6-6215F29D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6A065-95A4-DD43-BA66-7016D754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0836C-F6D5-FFA5-0A3A-1E4D3A10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7DD0F-273E-6AE0-1233-776D86AD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5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7C4DD-8746-326A-8462-7B9D849B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3F52A-F14E-79F7-8ED4-0990FC7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648DF-19F2-5D2D-258D-28302B62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9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FE17-884D-7FDA-E142-BBDE2980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B1737-E6E2-3ED6-13A3-82AB68ED4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1547A-1E33-9464-2CAB-DCB0F4E02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042F4-CC11-0C05-04C1-E549B534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E78E9-46C7-954A-B1C9-70F2EEE6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E1DB1-FFAE-CFC7-D91D-B2CE22CD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5907-2374-373A-2B8E-5890F395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0BB681-461F-2C00-8869-7BA17FFA2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E526F-0EF2-A58E-8DC0-39A6070E3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8787C-3F3C-A15A-1666-0550336B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4BCC5-DF71-B9E5-0566-F82A728A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C687B-4077-489F-3ED4-8D090E9B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036F-4D7B-7C98-87DC-87C165DEB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F431C-13B1-F4D6-CD6B-A0B9487A8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62E7D-EE32-3C42-D5FA-E065E73D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8061D-107D-29AD-3C72-3AF4E539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2276C-8340-3EB4-BDFF-029ED6A1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C89EB-4E35-9E78-05B7-5C2C2068D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F43DA-F221-A4CA-D36C-338C846EF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FB41-1A1E-C947-4328-B171E101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28744-7109-1F4E-6958-F10E69F9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2CAC-927F-B75B-3D4E-BFA5949F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8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47BD1D-2B87-1B15-9FC8-665AC193B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ECC60-0A92-41F6-A1B4-CA0ACAF6F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EC4E8-BCDE-26BD-3655-35DD3F741D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C1025-E668-403F-80A3-B86548D71338}" type="datetimeFigureOut">
              <a:rPr lang="en-US" smtClean="0"/>
              <a:t>26-Sep-26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F3FF3-C87A-CA3D-C307-A6552A63D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74013-188B-0287-3B66-DFA1B7AFF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AD286-35CD-4BB8-AB7B-3AD27AB46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8A44E2-EF62-9FB6-A4F3-5C90CE71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48"/>
          <a:stretch>
            <a:fillRect/>
          </a:stretch>
        </p:blipFill>
        <p:spPr>
          <a:xfrm>
            <a:off x="-1" y="0"/>
            <a:ext cx="9929715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EC20A5-2E5C-9807-19B7-AE511DAB3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6245"/>
          <a:stretch>
            <a:fillRect/>
          </a:stretch>
        </p:blipFill>
        <p:spPr>
          <a:xfrm>
            <a:off x="9844537" y="-1"/>
            <a:ext cx="2494076" cy="80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2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17EFC-FEFC-D28F-54B2-7A5282423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7299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5A844-F543-274B-AF15-24AE92952F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1" t="1341" r="1442" b="6123"/>
          <a:stretch>
            <a:fillRect/>
          </a:stretch>
        </p:blipFill>
        <p:spPr>
          <a:xfrm>
            <a:off x="9729980" y="11574"/>
            <a:ext cx="2462020" cy="79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6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193756-5BCE-66D6-BED5-40F7869E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575"/>
            <a:ext cx="9606987" cy="6846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6D6EC2-C15B-0115-F7DF-81B707977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" t="1342" r="1442" b="10546"/>
          <a:stretch>
            <a:fillRect/>
          </a:stretch>
        </p:blipFill>
        <p:spPr>
          <a:xfrm>
            <a:off x="9606986" y="-11393"/>
            <a:ext cx="2585013" cy="79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7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1E13BF-8FB7-968C-7042-55F8E7F9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8833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D5C9CE-F587-D12C-337F-7E7E3077A7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" t="1342" r="1442" b="10546"/>
          <a:stretch>
            <a:fillRect/>
          </a:stretch>
        </p:blipFill>
        <p:spPr>
          <a:xfrm>
            <a:off x="9560686" y="1"/>
            <a:ext cx="2623076" cy="81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1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43B17-A656-DDE9-BF65-734447AB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6620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613DAF-2D6D-1803-1934-20D51870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" t="1342" r="1442" b="10546"/>
          <a:stretch>
            <a:fillRect/>
          </a:stretch>
        </p:blipFill>
        <p:spPr>
          <a:xfrm>
            <a:off x="9560686" y="23151"/>
            <a:ext cx="2623076" cy="81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9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AF1EB7-694C-62A2-D3A1-8676E2132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0302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F82A79-F0DA-DC5A-6D97-16C884827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" t="1342" r="1442" b="10546"/>
          <a:stretch>
            <a:fillRect/>
          </a:stretch>
        </p:blipFill>
        <p:spPr>
          <a:xfrm>
            <a:off x="9560686" y="1"/>
            <a:ext cx="2623076" cy="81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20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C37C3-F86E-47EA-4D51-BA5CB543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92182" cy="68648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95424B-0105-FE6D-63F3-B66F7FD944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" t="1342" r="1442" b="10546"/>
          <a:stretch>
            <a:fillRect/>
          </a:stretch>
        </p:blipFill>
        <p:spPr>
          <a:xfrm>
            <a:off x="9560686" y="-11574"/>
            <a:ext cx="2623076" cy="81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6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878BE-9F74-2FF9-481F-57EEC0B2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4720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8D30F4-9FB3-0D44-0FF8-9B743163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" t="1341" r="1442" b="15581"/>
          <a:stretch>
            <a:fillRect/>
          </a:stretch>
        </p:blipFill>
        <p:spPr>
          <a:xfrm>
            <a:off x="9476324" y="-11575"/>
            <a:ext cx="271946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2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</Words>
  <Application>Microsoft Office PowerPoint</Application>
  <PresentationFormat>Widescreen</PresentationFormat>
  <Paragraphs>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5</cp:revision>
  <dcterms:created xsi:type="dcterms:W3CDTF">2026-09-26T10:59:19Z</dcterms:created>
  <dcterms:modified xsi:type="dcterms:W3CDTF">2026-09-26T11:10:21Z</dcterms:modified>
</cp:coreProperties>
</file>